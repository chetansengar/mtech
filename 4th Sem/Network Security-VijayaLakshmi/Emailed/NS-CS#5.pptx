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79" r:id="rId3"/>
    <p:sldId id="319" r:id="rId4"/>
    <p:sldId id="663" r:id="rId5"/>
    <p:sldId id="719" r:id="rId6"/>
    <p:sldId id="720" r:id="rId7"/>
    <p:sldId id="347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3" autoAdjust="0"/>
    <p:restoredTop sz="94660"/>
  </p:normalViewPr>
  <p:slideViewPr>
    <p:cSldViewPr>
      <p:cViewPr varScale="1">
        <p:scale>
          <a:sx n="73" d="100"/>
          <a:sy n="73" d="100"/>
        </p:scale>
        <p:origin x="-137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2D831-27D1-4804-BBE6-E7E773617FD4}" type="datetimeFigureOut">
              <a:rPr lang="en-IN" smtClean="0"/>
              <a:pPr/>
              <a:t>05-07-2018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C9D2F-5FCE-4B4F-80E6-E39EED6BD8E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9976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9D2F-5FCE-4B4F-80E6-E39EED6BD8E1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28869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C9D2F-5FCE-4B4F-80E6-E39EED6BD8E1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63301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algn="ctr"/>
            <a:r>
              <a:rPr lang="en-US" smtClean="0"/>
              <a:t>SS ZG516 -Computer Organization and Software Systems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fld id="{67F776DB-C4B4-46F1-926D-41EFCFC3A86A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SS ZG516 -Computer Organization and Software Systems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</a:t>
            </a:r>
            <a:r>
              <a:rPr lang="en-US" sz="1100" dirty="0" err="1" smtClean="0">
                <a:solidFill>
                  <a:srgbClr val="101141"/>
                </a:solidFill>
                <a:latin typeface="Arial"/>
                <a:cs typeface="Arial"/>
              </a:rPr>
              <a:t>Pilani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8" name="Picture 7" descr="Picture 7.png"/>
          <p:cNvPicPr>
            <a:picLocks noChangeAspect="1"/>
          </p:cNvPicPr>
          <p:nvPr userDrawn="1"/>
        </p:nvPicPr>
        <p:blipFill>
          <a:blip r:embed="rId1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SS ZG516 -Computer Organization and Software Systems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79712" y="3501008"/>
            <a:ext cx="6696744" cy="1832992"/>
          </a:xfrm>
        </p:spPr>
        <p:txBody>
          <a:bodyPr/>
          <a:lstStyle/>
          <a:p>
            <a:r>
              <a:rPr lang="en-US" sz="3600" dirty="0" smtClean="0"/>
              <a:t>Course Name : </a:t>
            </a:r>
            <a:br>
              <a:rPr lang="en-US" sz="3600" dirty="0" smtClean="0"/>
            </a:br>
            <a:r>
              <a:rPr lang="en-US" sz="3600" dirty="0" smtClean="0"/>
              <a:t>Network Security</a:t>
            </a:r>
            <a:endParaRPr lang="en-US" sz="36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267744" y="5410200"/>
            <a:ext cx="6266656" cy="533400"/>
          </a:xfrm>
        </p:spPr>
        <p:txBody>
          <a:bodyPr/>
          <a:lstStyle/>
          <a:p>
            <a:r>
              <a:rPr lang="en-US" smtClean="0"/>
              <a:t>Vijayalakshmi Anand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6336704" cy="850106"/>
          </a:xfrm>
        </p:spPr>
        <p:txBody>
          <a:bodyPr>
            <a:normAutofit/>
          </a:bodyPr>
          <a:lstStyle/>
          <a:p>
            <a:r>
              <a:rPr lang="en-IN" dirty="0" smtClean="0"/>
              <a:t>Session#5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040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IN" dirty="0" smtClean="0"/>
              <a:t>Exercises and practice Questions</a:t>
            </a:r>
          </a:p>
          <a:p>
            <a:pPr>
              <a:buFont typeface="Wingdings" pitchFamily="2" charset="2"/>
              <a:buChar char="q"/>
            </a:pPr>
            <a:endParaRPr lang="en-IN" dirty="0" smtClean="0"/>
          </a:p>
          <a:p>
            <a:pPr>
              <a:buFont typeface="Wingdings" pitchFamily="2" charset="2"/>
              <a:buChar char="q"/>
            </a:pPr>
            <a:endParaRPr lang="en-IN" dirty="0" smtClean="0"/>
          </a:p>
          <a:p>
            <a:pPr>
              <a:buFont typeface="Wingdings" pitchFamily="2" charset="2"/>
              <a:buChar char="q"/>
            </a:pPr>
            <a:endParaRPr lang="en-IN" dirty="0" smtClean="0"/>
          </a:p>
          <a:p>
            <a:pPr>
              <a:buFont typeface="Wingdings" pitchFamily="2" charset="2"/>
              <a:buChar char="q"/>
            </a:pPr>
            <a:endParaRPr lang="de-DE" dirty="0"/>
          </a:p>
          <a:p>
            <a:pPr>
              <a:buFont typeface="Wingdings" pitchFamily="2" charset="2"/>
              <a:buChar char="q"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xmlns="" val="355675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en-US" dirty="0" smtClean="0"/>
              <a:t>Exercise 1</a:t>
            </a:r>
            <a:endParaRPr lang="en-US" alt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If someone do the swipe in in place of other.</a:t>
            </a:r>
          </a:p>
          <a:p>
            <a:r>
              <a:rPr lang="en-US" dirty="0"/>
              <a:t>If I change the mail content of examination schedule.</a:t>
            </a:r>
          </a:p>
          <a:p>
            <a:r>
              <a:rPr lang="en-US" dirty="0"/>
              <a:t>If an employee reads the salary slip of his manager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7473903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en-US" dirty="0" smtClean="0"/>
              <a:t>Exercise 2</a:t>
            </a:r>
            <a:endParaRPr lang="en-US" alt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When downloading via browser through https, IP addresses in the protocol header gets </a:t>
            </a:r>
            <a:r>
              <a:rPr lang="en-US" dirty="0" smtClean="0"/>
              <a:t>encrypted. Reason it out</a:t>
            </a:r>
          </a:p>
          <a:p>
            <a:r>
              <a:rPr lang="en-GB" dirty="0"/>
              <a:t>Encrypt the plain text message </a:t>
            </a:r>
            <a:r>
              <a:rPr lang="en-US" dirty="0" smtClean="0"/>
              <a:t>“</a:t>
            </a:r>
            <a:r>
              <a:rPr lang="en-GB" dirty="0" smtClean="0"/>
              <a:t>we </a:t>
            </a:r>
            <a:r>
              <a:rPr lang="en-GB" dirty="0"/>
              <a:t>are </a:t>
            </a:r>
            <a:r>
              <a:rPr lang="en-GB" dirty="0" smtClean="0"/>
              <a:t>discovered </a:t>
            </a:r>
            <a:r>
              <a:rPr lang="en-GB" dirty="0"/>
              <a:t>save </a:t>
            </a:r>
            <a:r>
              <a:rPr lang="en-GB" dirty="0" smtClean="0"/>
              <a:t>yourself”</a:t>
            </a:r>
            <a:r>
              <a:rPr lang="en-US" dirty="0"/>
              <a:t> </a:t>
            </a:r>
            <a:r>
              <a:rPr lang="en-US" dirty="0" smtClean="0"/>
              <a:t>with </a:t>
            </a:r>
            <a:r>
              <a:rPr lang="en-US" dirty="0"/>
              <a:t>the given key </a:t>
            </a:r>
            <a:r>
              <a:rPr lang="en-US" dirty="0" smtClean="0"/>
              <a:t>“monarchy” </a:t>
            </a:r>
            <a:r>
              <a:rPr lang="en-US" dirty="0"/>
              <a:t>using </a:t>
            </a:r>
            <a:r>
              <a:rPr lang="en-US" dirty="0" smtClean="0"/>
              <a:t>play-fair cipher</a:t>
            </a:r>
          </a:p>
          <a:p>
            <a:pPr marL="0" indent="0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3595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en-US" dirty="0" smtClean="0"/>
              <a:t>Exercise 3</a:t>
            </a:r>
            <a:endParaRPr lang="en-US" alt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 smtClean="0"/>
              <a:t>Encrypt "you </a:t>
            </a:r>
            <a:r>
              <a:rPr lang="en-US" dirty="0"/>
              <a:t>are discovered, save yourself" using the key </a:t>
            </a:r>
            <a:r>
              <a:rPr lang="en-US" dirty="0" smtClean="0"/>
              <a:t>“square” with </a:t>
            </a:r>
            <a:r>
              <a:rPr lang="en-IN" dirty="0" err="1" smtClean="0"/>
              <a:t>Vigenere</a:t>
            </a:r>
            <a:r>
              <a:rPr lang="en-IN" dirty="0" smtClean="0"/>
              <a:t> </a:t>
            </a:r>
            <a:r>
              <a:rPr lang="en-US" dirty="0" smtClean="0"/>
              <a:t>cipher technique.</a:t>
            </a:r>
          </a:p>
          <a:p>
            <a:r>
              <a:rPr lang="en-US" altLang="en-US" dirty="0" smtClean="0"/>
              <a:t>Decrypt the message “</a:t>
            </a:r>
            <a:r>
              <a:rPr lang="en-US" dirty="0" smtClean="0"/>
              <a:t>IXGIQTKZCUXQYKIAXOZE”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892658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r>
              <a:rPr lang="en-IN" b="1" dirty="0" smtClean="0"/>
              <a:t>… </a:t>
            </a:r>
            <a:r>
              <a:rPr lang="en-IN" dirty="0" smtClean="0">
                <a:sym typeface="Wingdings" pitchFamily="2" charset="2"/>
              </a:rPr>
              <a:t>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Q&amp;A</a:t>
            </a:r>
          </a:p>
          <a:p>
            <a:r>
              <a:rPr lang="en-IN" dirty="0" smtClean="0"/>
              <a:t>Suggestions / Feedback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5624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11459</TotalTime>
  <Words>124</Words>
  <Application>Microsoft Office PowerPoint</Application>
  <PresentationFormat>On-screen Show (4:3)</PresentationFormat>
  <Paragraphs>22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1_Office Theme</vt:lpstr>
      <vt:lpstr>Course Name :  Network Security</vt:lpstr>
      <vt:lpstr>Session#5 </vt:lpstr>
      <vt:lpstr>Exercise 1</vt:lpstr>
      <vt:lpstr>Exercise 2</vt:lpstr>
      <vt:lpstr>Exercise 3</vt:lpstr>
      <vt:lpstr>Thank You… 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lakshya</dc:creator>
  <cp:lastModifiedBy>BITS11</cp:lastModifiedBy>
  <cp:revision>172</cp:revision>
  <dcterms:created xsi:type="dcterms:W3CDTF">2012-01-02T05:05:52Z</dcterms:created>
  <dcterms:modified xsi:type="dcterms:W3CDTF">2018-07-05T10:35:23Z</dcterms:modified>
</cp:coreProperties>
</file>